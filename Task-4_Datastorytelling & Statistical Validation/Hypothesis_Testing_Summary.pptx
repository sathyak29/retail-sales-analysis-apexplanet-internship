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Discount Level vs Avg Profit / Order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Discount</c:v>
                  </c:pt>
                  <c:pt idx="1">
                    <c:v>Low (0–20%)</c:v>
                  </c:pt>
                  <c:pt idx="2">
                    <c:v>Mid (20–40%)</c:v>
                  </c:pt>
                  <c:pt idx="3">
                    <c:v>High (40–80%)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</c:v>
                </c:pt>
                <c:pt idx="1">
                  <c:v>26.5</c:v>
                </c:pt>
                <c:pt idx="2">
                  <c:v>-77.86</c:v>
                </c:pt>
                <c:pt idx="3">
                  <c:v>-106.71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Category Profit Margin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</c:v>
                </c:pt>
                <c:pt idx="1">
                  <c:v>17</c:v>
                </c:pt>
                <c:pt idx="2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645920" cy="16459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74320"/>
            <a:ext cx="1097280" cy="10972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389120"/>
            <a:ext cx="85039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 ·  Category Profitability  ·  Regional Performance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Superstore 2014–2017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Hypothesis Tests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 K  |  ApexPlanet Internship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&amp; DESCRIPTIVE STATISTICS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97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on Profit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1673352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7830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1984248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Discounts have no significant effect on profit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253288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2734056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Independent T-Test  (no discount vs high discount)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264408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355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92608" y="355701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 avg:  $66.90 / 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avg:  −$106.71 / 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 $173.61 per order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960120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0972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67912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Profit Zone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673352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7830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91840" y="1984248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Category type is independent of profit outcome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253288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91840" y="2734056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Chi-Squared Contingency Test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264408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355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91840" y="355701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margin:  17.4%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margin:  2.5%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margin:  17.0%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96012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1097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67144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vs Furniture Profit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1072" y="1673352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17830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91072" y="1984248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difference in avg profit between Tech &amp; Furniture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91072" y="253288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91072" y="2734056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Independent T-Test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264408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3355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91072" y="355701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avg:  $78.4 / 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avg:  $8.5 / 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 $69.9 per order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CONFIDENCE INTERVALS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8686800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VERDICT — All 3 null hypotheses REJECTED  |  99.99%+ confidence  |  p &lt; 0.0001 for every test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389888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822960"/>
                <a:gridCol w="2286000"/>
                <a:gridCol w="100584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CONFIDENCE INTERVAL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14.83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[$148.4, $198.8] profit advantage for no-discount 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Discounts &gt;20% cause avg losses of $77–$107/order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Chi²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vs Profit Zone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= 239.8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(df =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explains a highly significant portion of profit outcome variance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type non-randomly and significantly drives profitability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vs Furniture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8.72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[$53.8, $86.0] profit-per-order advantage for Technology over Furniture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earns $78.4 vs $8.5 avg/order — proven at 99.99% confidence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 |  All tests: scipy.stats  |  Confidence intervals: 95% two-tailed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BUSINESS INTERPRETATION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822960"/>
          <a:ext cx="42062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09160" y="822960"/>
          <a:ext cx="42062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3401568"/>
            <a:ext cx="8686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28600" y="3401568"/>
            <a:ext cx="8686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52044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cause average losses of $77–$107 per order — capping at 20% recovers $45,000+ in annual profit (p &lt; 0.0001, 95% CI: $148–$199).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earns only 2.5% profit margin vs Technology's 17.4% — the Tables sub-category alone lost $17,725 over 4 years and must be repriced or discontinued.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Office Supplies both deliver ~17% margins and should be prioritised in procurement, promotions, and sales targets to maximise overall profitability.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https://github.com/sathyak29/Retail_Sales_Analysis  |  ApexPlanet 60-Day Data Analytics Internship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 Summary</dc:title>
  <dc:subject>PptxGenJS Presentation</dc:subject>
  <dc:creator>PptxGenJS</dc:creator>
  <cp:lastModifiedBy>PptxGenJS</cp:lastModifiedBy>
  <cp:revision>1</cp:revision>
  <dcterms:created xsi:type="dcterms:W3CDTF">2026-03-21T13:04:41Z</dcterms:created>
  <dcterms:modified xsi:type="dcterms:W3CDTF">2026-03-21T13:04:41Z</dcterms:modified>
</cp:coreProperties>
</file>